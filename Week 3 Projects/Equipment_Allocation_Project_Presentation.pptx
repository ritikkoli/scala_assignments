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21"/>
  </p:normalViewPr>
  <p:slideViewPr>
    <p:cSldViewPr snapToGrid="0" snapToObjects="1">
      <p:cViewPr varScale="1">
        <p:scale>
          <a:sx n="108" d="100"/>
          <a:sy n="108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3E3C4-9607-CA4A-A95F-FB2ECBE27001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6EF53-189D-CA46-A2A1-38680A894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3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6EF53-189D-CA46-A2A1-38680A8947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87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Corporate </a:t>
            </a:r>
            <a:r>
              <a:rPr dirty="0"/>
              <a:t>Equipment Allocation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RITIK JANARDHAN KOLI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Manual equipment allocation is slow and error‑prone</a:t>
            </a:r>
          </a:p>
          <a:p>
            <a:r>
              <a:rPr dirty="0"/>
              <a:t>No automated overdue reminders</a:t>
            </a:r>
          </a:p>
          <a:p>
            <a:r>
              <a:rPr dirty="0"/>
              <a:t>Inventory not updated in real-time</a:t>
            </a:r>
          </a:p>
          <a:p>
            <a:r>
              <a:rPr dirty="0"/>
              <a:t>Lack of scalable event-driven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Play Framework REST API for CRUD operations</a:t>
            </a:r>
          </a:p>
          <a:p>
            <a:r>
              <a:t>Kafka event-driven design</a:t>
            </a:r>
          </a:p>
          <a:p>
            <a:r>
              <a:t>Akka classic actors for async processing</a:t>
            </a:r>
          </a:p>
          <a:p>
            <a:r>
              <a:t>Scheduler for overdue checks</a:t>
            </a:r>
          </a:p>
          <a:p>
            <a:r>
              <a:t>MySQL Slick-backed persistence layer</a:t>
            </a:r>
          </a:p>
          <a:p>
            <a:r>
              <a:t>Email notifications via SMTP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</a:t>
            </a:r>
            <a:r>
              <a:rPr dirty="0"/>
              <a:t>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→ Play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3716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A</a:t>
            </a:r>
            <a:r>
              <a:rPr lang="en-US" dirty="0"/>
              <a:t>P</a:t>
            </a:r>
            <a:r>
              <a:rPr dirty="0"/>
              <a:t>I → Kafka Producer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13716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Kafka → Consumer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3716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Consumer → Akka Actors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8A85-E376-6C4E-0C90-2D772F01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Flow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6C73BB-E1A3-22F5-1B6B-4B0F36368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0" y="1673260"/>
            <a:ext cx="3045856" cy="474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43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Overall Architecture</a:t>
            </a:r>
            <a:r>
              <a:rPr lang="en-US" dirty="0"/>
              <a:t> Diagram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391077-3F31-3CD1-AD62-876B97BD5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76" y="1200327"/>
            <a:ext cx="6570023" cy="5455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Play monolith deployed locally</a:t>
            </a:r>
          </a:p>
          <a:p>
            <a:r>
              <a:rPr lang="en-US" dirty="0"/>
              <a:t>Kafka broker hosted locally </a:t>
            </a:r>
          </a:p>
          <a:p>
            <a:r>
              <a:rPr lang="en-US" dirty="0" err="1"/>
              <a:t>Akka</a:t>
            </a:r>
            <a:r>
              <a:rPr lang="en-US" dirty="0"/>
              <a:t> Microservice deployed separately</a:t>
            </a:r>
          </a:p>
          <a:p>
            <a:r>
              <a:rPr lang="en-US" dirty="0"/>
              <a:t>MySQL database </a:t>
            </a:r>
          </a:p>
          <a:p>
            <a:r>
              <a:rPr lang="en-US" dirty="0"/>
              <a:t>System communicates via Kafka topics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9CE4-F78C-48E6-BA9A-73E41037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AE78A6-FEDB-A130-422E-C0E82AD3C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027" y="1600200"/>
            <a:ext cx="467594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40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8A90-171D-5A3C-2C92-D3B44EB5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06122D-2CF6-25CE-DE34-6A9603619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0904" y="1600200"/>
            <a:ext cx="448219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7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AF98-2AA9-59AF-8528-E0E761A1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42FDF0-4BC4-9B24-FCC0-200B1205E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3089" y="1600200"/>
            <a:ext cx="463782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9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00A6-53F0-CA7F-F774-D3AFE0CD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24908E-B9F5-DAF7-E792-E48FAD0F3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8888" y="1600200"/>
            <a:ext cx="566622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66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556A-9802-7246-AAC4-CD6F65FC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CBEEF-3AC8-BE1C-2C7D-C04D7DC2C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Bearer eyJ0eXAiOiJKV1QiLCJhbGciOiJIUzI1NiJ9.eyJzdWIiOiJhZG1pbiIsImlzcyI6InBsYXktbmFtZSIsImV4cCI6MTc2MzkyMDczNSwiaWF0IjoxNzYzOTE3MTM1fQ.zHuePPH-ZECrMHB7NfYsjhGLuhrKu_yZg_Oq8PGOK3A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11767-C911-C625-982E-1269494C9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9948"/>
            <a:ext cx="7772400" cy="16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02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Scala case classes + JSON formats</a:t>
            </a:r>
          </a:p>
          <a:p>
            <a:r>
              <a:rPr dirty="0" err="1"/>
              <a:t>Akka</a:t>
            </a:r>
            <a:r>
              <a:rPr dirty="0"/>
              <a:t> Actors (Notification, Inventory, Router)</a:t>
            </a:r>
          </a:p>
          <a:p>
            <a:r>
              <a:rPr dirty="0" err="1"/>
              <a:t>Akka</a:t>
            </a:r>
            <a:r>
              <a:rPr dirty="0"/>
              <a:t> Scheduling for overdue alerts</a:t>
            </a:r>
          </a:p>
          <a:p>
            <a:r>
              <a:rPr dirty="0"/>
              <a:t>Kafka Producer &amp; Consumer </a:t>
            </a:r>
          </a:p>
          <a:p>
            <a:r>
              <a:rPr dirty="0"/>
              <a:t>Play MVC controllers &amp; routing</a:t>
            </a:r>
          </a:p>
          <a:p>
            <a:r>
              <a:rPr dirty="0"/>
              <a:t>Slick MySQL DAO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163</Words>
  <Application>Microsoft Macintosh PowerPoint</Application>
  <PresentationFormat>On-screen Show (4:3)</PresentationFormat>
  <Paragraphs>45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Inter</vt:lpstr>
      <vt:lpstr>Office Theme</vt:lpstr>
      <vt:lpstr>Corporate Equipment Allocation System</vt:lpstr>
      <vt:lpstr>Problem Statement</vt:lpstr>
      <vt:lpstr>Solution &amp; Approach</vt:lpstr>
      <vt:lpstr>Functional Flow Diagram</vt:lpstr>
      <vt:lpstr>Functional Flow Diagram</vt:lpstr>
      <vt:lpstr>Overall Architecture Diagram</vt:lpstr>
      <vt:lpstr>Deployment Plan</vt:lpstr>
      <vt:lpstr>Output</vt:lpstr>
      <vt:lpstr>Output</vt:lpstr>
      <vt:lpstr>Output</vt:lpstr>
      <vt:lpstr>Output</vt:lpstr>
      <vt:lpstr>Output</vt:lpstr>
      <vt:lpstr>Tech Features Implemented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Equipment Allocation System</dc:title>
  <dc:subject/>
  <dc:creator/>
  <cp:keywords/>
  <dc:description>generated using python-pptx</dc:description>
  <cp:lastModifiedBy>RAC IT</cp:lastModifiedBy>
  <cp:revision>7</cp:revision>
  <dcterms:created xsi:type="dcterms:W3CDTF">2013-01-27T09:14:16Z</dcterms:created>
  <dcterms:modified xsi:type="dcterms:W3CDTF">2025-11-23T17:07:34Z</dcterms:modified>
  <cp:category/>
</cp:coreProperties>
</file>