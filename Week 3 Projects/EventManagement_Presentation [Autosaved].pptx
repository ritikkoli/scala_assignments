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21"/>
  </p:normalViewPr>
  <p:slideViewPr>
    <p:cSldViewPr snapToGrid="0" snapToObjects="1">
      <p:cViewPr varScale="1">
        <p:scale>
          <a:sx n="108" d="100"/>
          <a:sy n="108" d="100"/>
        </p:scale>
        <p:origin x="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By: </a:t>
            </a:r>
            <a:r>
              <a:rPr lang="en-US" dirty="0"/>
              <a:t>RITIK JANARDHAN KOLI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Event managers struggle to coordinate multiple service teams</a:t>
            </a:r>
          </a:p>
          <a:p>
            <a:r>
              <a:t>Manual timelines → delays, miscommunication</a:t>
            </a:r>
          </a:p>
          <a:p>
            <a:r>
              <a:t>No automated reminders or progress tracking</a:t>
            </a:r>
          </a:p>
          <a:p>
            <a:r>
              <a:t>No real-time notifications or alerting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Play Framework monolithic backend for Events, Tasks, Issues, Teams</a:t>
            </a:r>
          </a:p>
          <a:p>
            <a:r>
              <a:t>Kafka Producers for event notifications</a:t>
            </a:r>
          </a:p>
          <a:p>
            <a:r>
              <a:t>Akka microservice for Kafka consumer + Scheduler + Email</a:t>
            </a:r>
          </a:p>
          <a:p>
            <a:r>
              <a:t>Slick ORM + MySQL for persistence</a:t>
            </a:r>
          </a:p>
          <a:p>
            <a:r>
              <a:t>Classic Akka Actors for processing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Functional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Diagram Placeholder (Replace with actual diagrams)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072E5-736C-B1C6-FFF0-FF8617071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94505"/>
            <a:ext cx="6855031" cy="4697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E21C33-D95C-D2FC-696F-1F5CA31D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76" y="1200327"/>
            <a:ext cx="6570023" cy="5455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639" y="1417638"/>
            <a:ext cx="8229600" cy="4525963"/>
          </a:xfrm>
        </p:spPr>
        <p:txBody>
          <a:bodyPr/>
          <a:lstStyle/>
          <a:p>
            <a:endParaRPr dirty="0"/>
          </a:p>
          <a:p>
            <a:r>
              <a:rPr dirty="0"/>
              <a:t>Play monolith deployed </a:t>
            </a:r>
            <a:r>
              <a:rPr lang="en-US" dirty="0"/>
              <a:t>locally</a:t>
            </a:r>
            <a:endParaRPr dirty="0"/>
          </a:p>
          <a:p>
            <a:r>
              <a:rPr dirty="0"/>
              <a:t>Kafka broker hosted locally </a:t>
            </a:r>
          </a:p>
          <a:p>
            <a:r>
              <a:rPr dirty="0" err="1"/>
              <a:t>Akka</a:t>
            </a:r>
            <a:r>
              <a:rPr dirty="0"/>
              <a:t> Microservice deployed separately</a:t>
            </a:r>
          </a:p>
          <a:p>
            <a:r>
              <a:rPr dirty="0"/>
              <a:t>MySQL database </a:t>
            </a:r>
          </a:p>
          <a:p>
            <a:r>
              <a:rPr dirty="0"/>
              <a:t>System communicates via Kafka topics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2035-5B12-C195-1B55-FFA36A80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926B32-33BE-2F41-4DEC-BE380834B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939" y="1677131"/>
            <a:ext cx="416823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2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A664-B9A0-8851-3232-015D443F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A6D872-8955-2FF9-BCA4-4D44443C6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697" y="1600200"/>
            <a:ext cx="499060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4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CB62-389B-987E-3E4F-0B04F4C12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687E8B-FC32-170F-240C-1F439B79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7700" y="2688431"/>
            <a:ext cx="27686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5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Scala 2.13 – functional programming, immutability</a:t>
            </a:r>
          </a:p>
          <a:p>
            <a:r>
              <a:t>Play Framework – REST APIs, routing, JSON</a:t>
            </a:r>
          </a:p>
          <a:p>
            <a:r>
              <a:t>Akka Classic Actors – async processing, scheduling</a:t>
            </a:r>
          </a:p>
          <a:p>
            <a:r>
              <a:t>Akka Streams – Kafka consumption</a:t>
            </a:r>
          </a:p>
          <a:p>
            <a:r>
              <a:t>Kafka – decoupled messaging architecture</a:t>
            </a:r>
          </a:p>
          <a:p>
            <a:r>
              <a:t>Slick – ORM mapping to MySQL</a:t>
            </a:r>
          </a:p>
          <a:p>
            <a:r>
              <a:t>Logback + SLF4J – structured logging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49A10-115A-EE20-A523-76185741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4804-AD35-0AB1-8DD7-79870B4F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Scala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Functional + OOP mix using case classes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Async operations with Future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Type-safe models &amp; DB mapping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Play Framework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REST APIs for Events/Tasks/Issues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handling with play-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json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Slick integration for type-safe DB access</a:t>
            </a:r>
          </a:p>
          <a:p>
            <a:pPr marL="0" indent="0" algn="l">
              <a:buNone/>
            </a:pP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Akka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Actors for processing &amp; email notifications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Akka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Streams for Kafka consumption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Scheduler for periodic reminders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Kafka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Play app publishes event/task messages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Akka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microservice consumes &amp; triggers notifications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Event-driven, decoupled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76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236</Words>
  <Application>Microsoft Macintosh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Event Management System</vt:lpstr>
      <vt:lpstr>Problem Statement</vt:lpstr>
      <vt:lpstr>Solution &amp; Approach</vt:lpstr>
      <vt:lpstr>Functional Flow Diagram</vt:lpstr>
      <vt:lpstr>Overall Architecture Diagram</vt:lpstr>
      <vt:lpstr>Deployment Plan</vt:lpstr>
      <vt:lpstr>Output</vt:lpstr>
      <vt:lpstr>Output</vt:lpstr>
      <vt:lpstr>Output</vt:lpstr>
      <vt:lpstr>Technologies Used</vt:lpstr>
      <vt:lpstr>Features Implemented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System</dc:title>
  <dc:subject/>
  <dc:creator/>
  <cp:keywords/>
  <dc:description>generated using python-pptx</dc:description>
  <cp:lastModifiedBy>RAC IT</cp:lastModifiedBy>
  <cp:revision>3</cp:revision>
  <dcterms:created xsi:type="dcterms:W3CDTF">2013-01-27T09:14:16Z</dcterms:created>
  <dcterms:modified xsi:type="dcterms:W3CDTF">2025-11-23T20:01:52Z</dcterms:modified>
  <cp:category/>
</cp:coreProperties>
</file>